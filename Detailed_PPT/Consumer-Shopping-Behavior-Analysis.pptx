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Libre Baskerville"/>
      <p:regular r:id="rId201323"/>
    </p:embeddedFont>
    <p:embeddedFont>
      <p:font typeface="Libre Baskerville 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2.png"/><Relationship Id="rId9" Type="http://schemas.openxmlformats.org/officeDocument/2006/relationships/image" Target="../media/image-5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Consumer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· SQL · Power BI — uncovering retail insights from 3,900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2317"/>
            <a:ext cx="3633564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This Analysis Matters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6119" y="855092"/>
            <a:ext cx="86089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Businesses collect vast transaction data — but meaningful insights require the right analytical approach.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96119" y="1047006"/>
            <a:ext cx="372070" cy="558180"/>
          </a:xfrm>
          <a:prstGeom prst="roundRect">
            <a:avLst>
              <a:gd name="adj" fmla="val 36006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353" y="1238845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29208" y="1140023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Collection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6119" y="1666205"/>
            <a:ext cx="372070" cy="558180"/>
          </a:xfrm>
          <a:prstGeom prst="roundRect">
            <a:avLst>
              <a:gd name="adj" fmla="val 36006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353" y="1858045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29208" y="1759223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6119" y="2285405"/>
            <a:ext cx="372070" cy="558180"/>
          </a:xfrm>
          <a:prstGeom prst="roundRect">
            <a:avLst>
              <a:gd name="adj" fmla="val 36006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353" y="2477244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29208" y="2378422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EDA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6119" y="2904604"/>
            <a:ext cx="372070" cy="558180"/>
          </a:xfrm>
          <a:prstGeom prst="roundRect">
            <a:avLst>
              <a:gd name="adj" fmla="val 36006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353" y="3096444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9208" y="2997622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Analysis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6119" y="3523804"/>
            <a:ext cx="372070" cy="558180"/>
          </a:xfrm>
          <a:prstGeom prst="roundRect">
            <a:avLst>
              <a:gd name="adj" fmla="val 36006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353" y="3715643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29208" y="3616821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6119" y="4143003"/>
            <a:ext cx="372070" cy="558180"/>
          </a:xfrm>
          <a:prstGeom prst="roundRect">
            <a:avLst>
              <a:gd name="adj" fmla="val 36006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353" y="4334842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29208" y="4236021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Insights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90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Objectives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60413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21110"/>
            <a:ext cx="18780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Purchasing Behavior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1927622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customer buying patterns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160413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1621110"/>
            <a:ext cx="179248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Categories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1927622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top-performing products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437954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8986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205163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Study spending by age &amp; gender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243795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28986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Seasonal Trends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205163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Evaluate sales by season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71549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41761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Payment Methods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496119" y="4482703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payment &amp; shipping preferences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0553" y="3715494"/>
            <a:ext cx="283518" cy="28351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60553" y="4176192"/>
            <a:ext cx="18555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4660553" y="4482703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interactive visualizations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524"/>
            <a:ext cx="32260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79736"/>
            <a:ext cx="5204073" cy="29489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5077" y="1991767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Attributes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975077" y="2251249"/>
            <a:ext cx="2677492" cy="721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ID, Age, Gender, Location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Category, Purchase Amount, Season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 Method, Subscription Status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Rating, Discount, Promo Code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96119" y="4123358"/>
            <a:ext cx="4032647" cy="613618"/>
          </a:xfrm>
          <a:prstGeom prst="roundRect">
            <a:avLst>
              <a:gd name="adj" fmla="val 7581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1609" y="423884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11609" y="4463728"/>
            <a:ext cx="38016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records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615235" y="4123358"/>
            <a:ext cx="4032647" cy="613618"/>
          </a:xfrm>
          <a:prstGeom prst="roundRect">
            <a:avLst>
              <a:gd name="adj" fmla="val 7581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30725" y="423884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19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30725" y="4463728"/>
            <a:ext cx="38016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4664"/>
            <a:ext cx="4722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Preprocessing with Python</a:t>
            </a:r>
            <a:endParaRPr lang="en-US" sz="2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382167"/>
            <a:ext cx="4722763" cy="7518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24995" y="1524893"/>
            <a:ext cx="169872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Duplicates Removed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124995" y="1795388"/>
            <a:ext cx="43801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 records ensured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250430"/>
            <a:ext cx="4722763" cy="7518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24995" y="239315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124995" y="2663651"/>
            <a:ext cx="43801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ratings handled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118693"/>
            <a:ext cx="4722763" cy="7518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24995" y="3261420"/>
            <a:ext cx="165839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 Groups Created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124995" y="3531915"/>
            <a:ext cx="43801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Segmented for analysis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986957"/>
            <a:ext cx="4722763" cy="751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124995" y="4129683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Libraries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4124995" y="4400178"/>
            <a:ext cx="43801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Pandas, NumPy, Matplotlib, Seaborn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1036"/>
            <a:ext cx="450227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Business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7754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queries drove business-oriented insights across the cleaned dataset.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663824"/>
            <a:ext cx="2622724" cy="1393403"/>
          </a:xfrm>
          <a:prstGeom prst="roundRect">
            <a:avLst>
              <a:gd name="adj" fmla="val 427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640" y="1810345"/>
            <a:ext cx="425276" cy="425276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19" y="1927250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640" y="23773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Analysis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2683892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&amp; category-wise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0601" y="1663824"/>
            <a:ext cx="2622724" cy="1393403"/>
          </a:xfrm>
          <a:prstGeom prst="roundRect">
            <a:avLst>
              <a:gd name="adj" fmla="val 427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07122" y="1810345"/>
            <a:ext cx="425276" cy="425276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1927250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7122" y="23773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Gender &amp; Age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07122" y="2683892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 contribution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25083" y="1663824"/>
            <a:ext cx="2622724" cy="1393403"/>
          </a:xfrm>
          <a:prstGeom prst="roundRect">
            <a:avLst>
              <a:gd name="adj" fmla="val 427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1605" y="1810345"/>
            <a:ext cx="425276" cy="425276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8584" y="1927250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1605" y="23773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Seasonal Trends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71605" y="2683892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by season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96119" y="3198986"/>
            <a:ext cx="4004965" cy="1393403"/>
          </a:xfrm>
          <a:prstGeom prst="roundRect">
            <a:avLst>
              <a:gd name="adj" fmla="val 427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2640" y="3345507"/>
            <a:ext cx="425276" cy="425276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9619" y="3462412"/>
            <a:ext cx="191319" cy="1913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2640" y="3912543"/>
            <a:ext cx="18902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Payment &amp; Shipping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2640" y="421905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preferences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642842" y="3198986"/>
            <a:ext cx="4004965" cy="1393403"/>
          </a:xfrm>
          <a:prstGeom prst="roundRect">
            <a:avLst>
              <a:gd name="adj" fmla="val 427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89363" y="3345507"/>
            <a:ext cx="425276" cy="425276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6342" y="3462412"/>
            <a:ext cx="191319" cy="1913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89363" y="3912543"/>
            <a:ext cx="22272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&amp; Discount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789363" y="421905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 vs non-subscriber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5221"/>
            <a:ext cx="689490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Findings: Revenue by Category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90278"/>
            <a:ext cx="3902943" cy="280935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9701" y="1390278"/>
            <a:ext cx="3902943" cy="9116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86710" y="15510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986710" y="1914302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$233,081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all categories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701" y="2443683"/>
            <a:ext cx="3902943" cy="9116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86710" y="2604492"/>
            <a:ext cx="18334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Clothing Dominates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986710" y="2967707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Nearly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half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total sales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9701" y="3497089"/>
            <a:ext cx="3902943" cy="91164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86710" y="365789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Gender Split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986710" y="4021113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Female: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$75,191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9752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Seasonal, Payment &amp; Subscription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Seasonal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Fall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generated the highest sales revenue at $60,018.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20890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Payment Method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57212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Credit Card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led at $40,310 — all methods closely clustered.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316750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49701" y="353072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Non-subscribers: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$170,436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(2,847 customers)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$62,645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(1,053 customers)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7045"/>
            <a:ext cx="411383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 &amp; Tools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3925119" y="823615"/>
            <a:ext cx="2326332" cy="542330"/>
          </a:xfrm>
          <a:prstGeom prst="roundRect">
            <a:avLst>
              <a:gd name="adj" fmla="val 772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29521" y="928018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KPI Cards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029521" y="1125736"/>
            <a:ext cx="211752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customers, avg rating, avg purchase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321475" y="823615"/>
            <a:ext cx="2326407" cy="542330"/>
          </a:xfrm>
          <a:prstGeom prst="roundRect">
            <a:avLst>
              <a:gd name="adj" fmla="val 772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25878" y="928018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Filters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425878" y="1125736"/>
            <a:ext cx="2117601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Subscription, Gender, Category, Shipping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925119" y="1435968"/>
            <a:ext cx="4722763" cy="542330"/>
          </a:xfrm>
          <a:prstGeom prst="roundRect">
            <a:avLst>
              <a:gd name="adj" fmla="val 772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29521" y="1540371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Visualizations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029521" y="1738089"/>
            <a:ext cx="451395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by category, age group, sales trends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925119" y="2083371"/>
            <a:ext cx="1825228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Tools &amp; Technologies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19" y="2344117"/>
            <a:ext cx="498351" cy="4984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93493" y="2344117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Python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493493" y="2541836"/>
            <a:ext cx="4154388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Cleaning &amp; analysis</a:t>
            </a:r>
            <a:endParaRPr lang="en-US" sz="7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119" y="2942183"/>
            <a:ext cx="498351" cy="4984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93493" y="2942183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493493" y="3139901"/>
            <a:ext cx="4154388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queries</a:t>
            </a:r>
            <a:endParaRPr lang="en-US" sz="7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3540249"/>
            <a:ext cx="498351" cy="4984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493493" y="3540249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493493" y="3737967"/>
            <a:ext cx="4154388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</a:t>
            </a:r>
            <a:endParaRPr lang="en-US" sz="7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119" y="4138315"/>
            <a:ext cx="498351" cy="4984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493493" y="4138315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GitHub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4493493" y="4336033"/>
            <a:ext cx="4154388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 control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2784"/>
            <a:ext cx="544197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 &amp; Future Scope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2013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Takeaways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83346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Clothing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= highest revenue category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Male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 drove largest sales share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Ages 46–55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= most valuable segment ($45,619)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Fall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= top-performing season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52013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Scope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2832" y="1905446"/>
            <a:ext cx="212601" cy="2126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0398" y="1901056"/>
            <a:ext cx="14021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10398" y="2485727"/>
            <a:ext cx="140218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 purchasing behavior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2894" y="1905446"/>
            <a:ext cx="212601" cy="2126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50460" y="1901056"/>
            <a:ext cx="14021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Segmentation Models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250460" y="2485727"/>
            <a:ext cx="14021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clustering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2832" y="3227263"/>
            <a:ext cx="212601" cy="2126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10398" y="3222873"/>
            <a:ext cx="14021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Sales Forecasting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210398" y="3807544"/>
            <a:ext cx="140218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cloud dashboards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42894" y="3227263"/>
            <a:ext cx="212601" cy="21260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50460" y="3222873"/>
            <a:ext cx="14021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Recommendation Systems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7250460" y="3807544"/>
            <a:ext cx="140218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Personalized product suggestions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2026-07-06T10:14:06Z</dcterms:created>
  <dcterms:modified xsi:type="dcterms:W3CDTF">2026-07-06T10:14:06Z</dcterms:modified>
</cp:coreProperties>
</file>